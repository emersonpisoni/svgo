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9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5"/>
    <p:restoredTop sz="77097"/>
  </p:normalViewPr>
  <p:slideViewPr>
    <p:cSldViewPr snapToGrid="0">
      <p:cViewPr varScale="1">
        <p:scale>
          <a:sx n="144" d="100"/>
          <a:sy n="144" d="100"/>
        </p:scale>
        <p:origin x="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00D0A7-1E0E-D747-8A44-E14B99C4DCCB}" type="datetimeFigureOut">
              <a:rPr lang="pt-BR" smtClean="0"/>
              <a:t>27/04/2026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9496C-640B-7A4E-B164-A75B27A2BB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3272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Node.js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library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command-line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optimizing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SVG files.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9496C-640B-7A4E-B164-A75B27A2BBB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6176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SVG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just</a:t>
            </a:r>
            <a:r>
              <a:rPr lang="pt-BR" dirty="0"/>
              <a:t> a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coordinates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draw</a:t>
            </a:r>
            <a:r>
              <a:rPr lang="pt-BR" dirty="0"/>
              <a:t> 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screen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9496C-640B-7A4E-B164-A75B27A2BBB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3890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comparing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others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good</a:t>
            </a:r>
            <a:r>
              <a:rPr lang="pt-BR" dirty="0"/>
              <a:t> for </a:t>
            </a:r>
            <a:r>
              <a:rPr lang="pt-BR" dirty="0" err="1"/>
              <a:t>icons</a:t>
            </a:r>
            <a:endParaRPr lang="pt-BR" dirty="0"/>
          </a:p>
          <a:p>
            <a:r>
              <a:rPr lang="pt-BR" dirty="0"/>
              <a:t>no </a:t>
            </a:r>
            <a:r>
              <a:rPr lang="pt-BR" dirty="0" err="1"/>
              <a:t>Lose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quality</a:t>
            </a:r>
            <a:r>
              <a:rPr lang="pt-BR" dirty="0"/>
              <a:t> in case </a:t>
            </a:r>
            <a:r>
              <a:rPr lang="pt-BR" dirty="0" err="1"/>
              <a:t>of</a:t>
            </a:r>
            <a:r>
              <a:rPr lang="pt-BR" dirty="0"/>
              <a:t> Upper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resolution</a:t>
            </a:r>
            <a:endParaRPr lang="pt-BR" dirty="0"/>
          </a:p>
          <a:p>
            <a:r>
              <a:rPr lang="pt-BR" dirty="0" err="1"/>
              <a:t>well</a:t>
            </a:r>
            <a:r>
              <a:rPr lang="pt-BR" dirty="0"/>
              <a:t> </a:t>
            </a:r>
            <a:r>
              <a:rPr lang="pt-BR" dirty="0" err="1"/>
              <a:t>used</a:t>
            </a:r>
            <a:r>
              <a:rPr lang="pt-BR" dirty="0"/>
              <a:t> in </a:t>
            </a:r>
            <a:r>
              <a:rPr lang="pt-BR" dirty="0" err="1"/>
              <a:t>programs</a:t>
            </a:r>
            <a:r>
              <a:rPr lang="pt-BR" dirty="0"/>
              <a:t> like </a:t>
            </a:r>
            <a:r>
              <a:rPr lang="pt-BR" dirty="0" err="1"/>
              <a:t>figma</a:t>
            </a:r>
            <a:r>
              <a:rPr lang="pt-BR" dirty="0"/>
              <a:t>, </a:t>
            </a:r>
            <a:r>
              <a:rPr lang="pt-BR" dirty="0" err="1"/>
              <a:t>ilustrator</a:t>
            </a:r>
            <a:r>
              <a:rPr lang="pt-BR" dirty="0"/>
              <a:t> </a:t>
            </a:r>
            <a:r>
              <a:rPr lang="pt-BR" dirty="0" err="1"/>
              <a:t>etc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9496C-640B-7A4E-B164-A75B27A2BBB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9886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When </a:t>
            </a:r>
            <a:r>
              <a:rPr lang="pt-BR" dirty="0" err="1"/>
              <a:t>you</a:t>
            </a:r>
            <a:r>
              <a:rPr lang="pt-BR" dirty="0"/>
              <a:t> </a:t>
            </a:r>
            <a:r>
              <a:rPr lang="pt-BR" dirty="0" err="1"/>
              <a:t>export</a:t>
            </a:r>
            <a:r>
              <a:rPr lang="pt-BR" dirty="0"/>
              <a:t> a svg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figma</a:t>
            </a:r>
            <a:r>
              <a:rPr lang="pt-BR" dirty="0"/>
              <a:t>, </a:t>
            </a:r>
            <a:r>
              <a:rPr lang="pt-BR" dirty="0" err="1"/>
              <a:t>ilustrator</a:t>
            </a:r>
            <a:r>
              <a:rPr lang="pt-BR" dirty="0"/>
              <a:t>, </a:t>
            </a:r>
            <a:r>
              <a:rPr lang="pt-BR" dirty="0" err="1"/>
              <a:t>any</a:t>
            </a:r>
            <a:r>
              <a:rPr lang="pt-BR" dirty="0"/>
              <a:t> </a:t>
            </a:r>
            <a:r>
              <a:rPr lang="pt-BR" dirty="0" err="1"/>
              <a:t>other</a:t>
            </a:r>
            <a:r>
              <a:rPr lang="pt-BR" dirty="0"/>
              <a:t> tools, it </a:t>
            </a:r>
            <a:r>
              <a:rPr lang="pt-BR" dirty="0" err="1"/>
              <a:t>has</a:t>
            </a:r>
            <a:r>
              <a:rPr lang="pt-BR" dirty="0"/>
              <a:t> a </a:t>
            </a:r>
            <a:r>
              <a:rPr lang="pt-BR" dirty="0" err="1"/>
              <a:t>lot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useless</a:t>
            </a:r>
            <a:r>
              <a:rPr lang="pt-BR" dirty="0"/>
              <a:t> </a:t>
            </a:r>
            <a:r>
              <a:rPr lang="pt-BR" dirty="0" err="1"/>
              <a:t>information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can</a:t>
            </a:r>
            <a:r>
              <a:rPr lang="pt-BR" dirty="0"/>
              <a:t> </a:t>
            </a:r>
            <a:r>
              <a:rPr lang="pt-BR" dirty="0" err="1"/>
              <a:t>contain</a:t>
            </a:r>
            <a:r>
              <a:rPr lang="pt-BR" dirty="0"/>
              <a:t> </a:t>
            </a:r>
            <a:r>
              <a:rPr lang="pt-BR" dirty="0" err="1"/>
              <a:t>metadata</a:t>
            </a:r>
            <a:r>
              <a:rPr lang="pt-BR" dirty="0"/>
              <a:t>, </a:t>
            </a:r>
            <a:r>
              <a:rPr lang="pt-BR" dirty="0" err="1"/>
              <a:t>comments</a:t>
            </a:r>
            <a:r>
              <a:rPr lang="pt-BR" dirty="0"/>
              <a:t>, atributes </a:t>
            </a:r>
            <a:r>
              <a:rPr lang="pt-BR" dirty="0" err="1"/>
              <a:t>the</a:t>
            </a:r>
            <a:r>
              <a:rPr lang="pt-BR" dirty="0"/>
              <a:t> browser </a:t>
            </a:r>
            <a:r>
              <a:rPr lang="pt-BR" dirty="0" err="1"/>
              <a:t>or</a:t>
            </a:r>
            <a:r>
              <a:rPr lang="pt-BR" dirty="0"/>
              <a:t> app </a:t>
            </a:r>
            <a:r>
              <a:rPr lang="pt-BR" dirty="0" err="1"/>
              <a:t>don’t</a:t>
            </a:r>
            <a:r>
              <a:rPr lang="pt-BR" dirty="0"/>
              <a:t> </a:t>
            </a:r>
            <a:r>
              <a:rPr lang="pt-BR" dirty="0" err="1"/>
              <a:t>need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render </a:t>
            </a:r>
            <a:r>
              <a:rPr lang="pt-BR" dirty="0" err="1"/>
              <a:t>this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9496C-640B-7A4E-B164-A75B27A2BBB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7289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node &gt;=16</a:t>
            </a:r>
          </a:p>
          <a:p>
            <a:endParaRPr lang="pt-BR" dirty="0"/>
          </a:p>
          <a:p>
            <a:r>
              <a:rPr lang="pt-BR" dirty="0"/>
              <a:t>4 interfaces </a:t>
            </a:r>
            <a:r>
              <a:rPr lang="pt-BR" dirty="0" err="1"/>
              <a:t>to</a:t>
            </a:r>
            <a:r>
              <a:rPr lang="pt-BR" dirty="0"/>
              <a:t> use: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9496C-640B-7A4E-B164-A75B27A2BBB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1014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9496C-640B-7A4E-B164-A75B27A2BBB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7364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73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57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11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439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11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16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90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380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70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70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69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311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m 22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id="{268E6B0A-9ACF-FDA7-A4CD-2B01FB120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4307" cy="685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058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F162D-570C-19C0-43BF-CB6A14D16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SVG === XML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9FC20162-696B-4CA3-D718-46A8DF2D74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66604" y="2770406"/>
            <a:ext cx="9658792" cy="165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48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28DF62F4-DA2E-147B-FA0F-7EE065BB4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11699" y="1217772"/>
            <a:ext cx="7168602" cy="442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529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99973FA5-C5BD-700E-3370-CD9658E5BD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3041" r="5849" b="1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FA5116-06C4-0FA9-C3AC-B6E51E4F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3541" y="990599"/>
            <a:ext cx="5619054" cy="484909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400">
                <a:solidFill>
                  <a:srgbClr val="FFFFFF"/>
                </a:solidFill>
              </a:rPr>
              <a:t>export problem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7196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FEE35E3A-1D8F-8704-3FB2-873F59808E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65594" y="406400"/>
            <a:ext cx="6260811" cy="519647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69770" y="5719083"/>
            <a:ext cx="8229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593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818FC-2B61-FE51-F273-1F5BA49CF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tradeoffs</a:t>
            </a:r>
            <a:endParaRPr lang="pt-BR" dirty="0"/>
          </a:p>
        </p:txBody>
      </p:sp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36118E2C-9793-46E1-7511-2E9C2BA7B2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753471"/>
              </p:ext>
            </p:extLst>
          </p:nvPr>
        </p:nvGraphicFramePr>
        <p:xfrm>
          <a:off x="700632" y="1789559"/>
          <a:ext cx="10691266" cy="2957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5633">
                  <a:extLst>
                    <a:ext uri="{9D8B030D-6E8A-4147-A177-3AD203B41FA5}">
                      <a16:colId xmlns:a16="http://schemas.microsoft.com/office/drawing/2014/main" val="3819042853"/>
                    </a:ext>
                  </a:extLst>
                </a:gridCol>
                <a:gridCol w="5345633">
                  <a:extLst>
                    <a:ext uri="{9D8B030D-6E8A-4147-A177-3AD203B41FA5}">
                      <a16:colId xmlns:a16="http://schemas.microsoft.com/office/drawing/2014/main" val="1547484970"/>
                    </a:ext>
                  </a:extLst>
                </a:gridCol>
              </a:tblGrid>
              <a:tr h="348301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Cons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292292"/>
                  </a:ext>
                </a:extLst>
              </a:tr>
              <a:tr h="647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>
                          <a:effectLst/>
                        </a:rPr>
                        <a:t>Integrates</a:t>
                      </a:r>
                      <a:r>
                        <a:rPr lang="pt-BR" dirty="0">
                          <a:effectLst/>
                        </a:rPr>
                        <a:t> </a:t>
                      </a:r>
                      <a:r>
                        <a:rPr lang="pt-BR" dirty="0" err="1">
                          <a:effectLst/>
                        </a:rPr>
                        <a:t>with</a:t>
                      </a:r>
                      <a:r>
                        <a:rPr lang="pt-BR" dirty="0">
                          <a:effectLst/>
                        </a:rPr>
                        <a:t> Vite, runs </a:t>
                      </a:r>
                      <a:r>
                        <a:rPr lang="pt-BR" dirty="0" err="1">
                          <a:effectLst/>
                        </a:rPr>
                        <a:t>on</a:t>
                      </a:r>
                      <a:r>
                        <a:rPr lang="pt-BR" dirty="0">
                          <a:effectLst/>
                        </a:rPr>
                        <a:t> </a:t>
                      </a:r>
                      <a:r>
                        <a:rPr lang="pt-BR" dirty="0" err="1">
                          <a:effectLst/>
                        </a:rPr>
                        <a:t>every</a:t>
                      </a:r>
                      <a:r>
                        <a:rPr lang="pt-BR" dirty="0">
                          <a:effectLst/>
                        </a:rPr>
                        <a:t> build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pt-B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multipass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pt-B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adds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build time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126275"/>
                  </a:ext>
                </a:extLst>
              </a:tr>
              <a:tr h="6479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>
                          <a:effectLst/>
                        </a:rPr>
                        <a:t>50-80% </a:t>
                      </a:r>
                      <a:r>
                        <a:rPr lang="pt-BR" dirty="0" err="1">
                          <a:effectLst/>
                        </a:rPr>
                        <a:t>average</a:t>
                      </a:r>
                      <a:r>
                        <a:rPr lang="pt-BR" dirty="0">
                          <a:effectLst/>
                        </a:rPr>
                        <a:t> </a:t>
                      </a:r>
                      <a:r>
                        <a:rPr lang="pt-BR" dirty="0" err="1">
                          <a:effectLst/>
                        </a:rPr>
                        <a:t>reduction</a:t>
                      </a:r>
                      <a:endParaRPr lang="pt-BR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pt-BR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pt-B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break </a:t>
                      </a:r>
                      <a:r>
                        <a:rPr lang="pt-B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animations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336293"/>
                  </a:ext>
                </a:extLst>
              </a:tr>
              <a:tr h="64796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May </a:t>
                      </a:r>
                      <a:r>
                        <a:rPr lang="pt-B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rename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/remove </a:t>
                      </a:r>
                      <a:r>
                        <a:rPr lang="pt-B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IDs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used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by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external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CSS/JS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786277"/>
                  </a:ext>
                </a:extLst>
              </a:tr>
              <a:tr h="64796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pt-BR" dirty="0">
                        <a:effectLst/>
                      </a:endParaRP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May remove &lt;</a:t>
                      </a:r>
                      <a:r>
                        <a:rPr lang="pt-B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 </a:t>
                      </a:r>
                      <a:r>
                        <a:rPr lang="pt-B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&lt;</a:t>
                      </a:r>
                      <a:r>
                        <a:rPr lang="pt-B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 for </a:t>
                      </a:r>
                      <a:r>
                        <a:rPr lang="pt-B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screen</a:t>
                      </a:r>
                      <a:r>
                        <a:rPr lang="pt-B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readers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486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076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1A8C4F8-261C-7C98-9585-431358419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82EE8DA-D3EF-D48D-0E43-C722BAF55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871759"/>
            <a:ext cx="7467600" cy="39137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/>
              <a:t>thank you all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AFE2CA-5B3A-141B-BA1D-064BC79E6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38779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3905</TotalTime>
  <Words>154</Words>
  <Application>Microsoft Macintosh PowerPoint</Application>
  <PresentationFormat>Widescreen</PresentationFormat>
  <Paragraphs>29</Paragraphs>
  <Slides>7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Calisto MT</vt:lpstr>
      <vt:lpstr>Univers Condensed</vt:lpstr>
      <vt:lpstr>ChronicleVTI</vt:lpstr>
      <vt:lpstr>Apresentação do PowerPoint</vt:lpstr>
      <vt:lpstr>SVG === XML</vt:lpstr>
      <vt:lpstr>Apresentação do PowerPoint</vt:lpstr>
      <vt:lpstr>export problem</vt:lpstr>
      <vt:lpstr>Apresentação do PowerPoint</vt:lpstr>
      <vt:lpstr>tradeoffs</vt:lpstr>
      <vt:lpstr>thank you all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Emerson Pisoni</dc:creator>
  <cp:lastModifiedBy>Emerson Pisoni</cp:lastModifiedBy>
  <cp:revision>2</cp:revision>
  <dcterms:created xsi:type="dcterms:W3CDTF">2026-04-28T00:19:26Z</dcterms:created>
  <dcterms:modified xsi:type="dcterms:W3CDTF">2026-04-30T17:25:01Z</dcterms:modified>
</cp:coreProperties>
</file>